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" saveSubsetFonts="1">
  <p:sldMasterIdLst>
    <p:sldMasterId id="2147483648" r:id="rId1"/>
  </p:sldMasterIdLst>
  <p:sldIdLst>
    <p:sldId id="256" r:id="rId2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B1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500" autoAdjust="0"/>
    <p:restoredTop sz="86449" autoAdjust="0"/>
  </p:normalViewPr>
  <p:slideViewPr>
    <p:cSldViewPr>
      <p:cViewPr>
        <p:scale>
          <a:sx n="66" d="100"/>
          <a:sy n="66" d="100"/>
        </p:scale>
        <p:origin x="-1482" y="-162"/>
      </p:cViewPr>
      <p:guideLst>
        <p:guide orient="horz" pos="216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6"/>
            <a:ext cx="1033756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2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7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2" y="4406901"/>
            <a:ext cx="103375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90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8678" y="1600201"/>
            <a:ext cx="717675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8126" y="1600201"/>
            <a:ext cx="717886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3"/>
            <a:ext cx="537359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6" y="1535113"/>
            <a:ext cx="537570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6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75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4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9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3" y="273050"/>
            <a:ext cx="400116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1"/>
            <a:ext cx="679880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3" y="1435101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06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0"/>
            <a:ext cx="729710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8"/>
            <a:ext cx="729710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5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9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28995" y="274639"/>
            <a:ext cx="3637994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8678" y="274639"/>
            <a:ext cx="1071762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8"/>
            <a:ext cx="109456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1"/>
            <a:ext cx="109456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1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7D709-5E8E-4635-B33B-834365695A30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1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1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E827-DFDE-44A0-93AF-2C33BAC1E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4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-45561" y="0"/>
            <a:ext cx="12298680" cy="6857999"/>
          </a:xfrm>
          <a:prstGeom prst="roundRect">
            <a:avLst>
              <a:gd name="adj" fmla="val 0"/>
            </a:avLst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 Same Side Corner Rectangle 3"/>
          <p:cNvSpPr/>
          <p:nvPr/>
        </p:nvSpPr>
        <p:spPr>
          <a:xfrm>
            <a:off x="-45561" y="1"/>
            <a:ext cx="12298680" cy="502922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65000">
                <a:srgbClr val="D23605"/>
              </a:gs>
              <a:gs pos="0">
                <a:srgbClr val="C00000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Same Side Corner Rectangle 6"/>
          <p:cNvSpPr/>
          <p:nvPr/>
        </p:nvSpPr>
        <p:spPr>
          <a:xfrm>
            <a:off x="-45561" y="6804899"/>
            <a:ext cx="12298680" cy="9930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65000">
                <a:srgbClr val="D23605"/>
              </a:gs>
              <a:gs pos="0">
                <a:srgbClr val="C00000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2846" y="36117"/>
            <a:ext cx="3435959" cy="430689"/>
          </a:xfrm>
          <a:prstGeom prst="rect">
            <a:avLst/>
          </a:prstGeom>
        </p:spPr>
        <p:txBody>
          <a:bodyPr wrap="square" lIns="121725" tIns="60862" rIns="121725" bIns="60862">
            <a:spAutoFit/>
          </a:bodyPr>
          <a:lstStyle/>
          <a:p>
            <a:r>
              <a:rPr lang="hi-IN" sz="2000" dirty="0">
                <a:solidFill>
                  <a:srgbClr val="FFFFFF"/>
                </a:solidFill>
                <a:latin typeface="Poppins ExtraBold" pitchFamily="2" charset="0"/>
                <a:cs typeface="Poppins ExtraBold" pitchFamily="2" charset="0"/>
              </a:rPr>
              <a:t>राजेश कम्पटीशन सेंटर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63776" y="36117"/>
            <a:ext cx="2362199" cy="430689"/>
          </a:xfrm>
          <a:prstGeom prst="rect">
            <a:avLst/>
          </a:prstGeom>
        </p:spPr>
        <p:txBody>
          <a:bodyPr wrap="square" lIns="121725" tIns="60862" rIns="121725" bIns="60862">
            <a:spAutoFit/>
          </a:bodyPr>
          <a:lstStyle/>
          <a:p>
            <a:r>
              <a:rPr lang="en-US" sz="20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 </a:t>
            </a:r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Mob. 9229191311</a:t>
            </a:r>
            <a:endParaRPr lang="hi-IN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37719" y="36117"/>
            <a:ext cx="548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{{TOPIC}}</a:t>
            </a:r>
            <a:endParaRPr lang="en-US" sz="20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4693" y="802214"/>
            <a:ext cx="111124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FF00"/>
                </a:solidFill>
                <a:latin typeface="Poppins ExtraBold" pitchFamily="2" charset="0"/>
                <a:cs typeface="Poppins ExtraBold" pitchFamily="2" charset="0"/>
              </a:rPr>
              <a:t>{{QUESTION}}</a:t>
            </a:r>
          </a:p>
          <a:p>
            <a:endParaRPr lang="en-US" sz="22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 smtClean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  <a:p>
            <a:endParaRPr lang="en-US" sz="2200" dirty="0">
              <a:solidFill>
                <a:srgbClr val="FFFF00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4693" y="3066989"/>
            <a:ext cx="11777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</a:t>
            </a:r>
            <a:r>
              <a:rPr lang="en-US" sz="2000" dirty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OPTION_A</a:t>
            </a:r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}}</a:t>
            </a:r>
            <a:endParaRPr lang="en-US" sz="20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693" y="3467099"/>
            <a:ext cx="1128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{{OPTION_B}}</a:t>
            </a:r>
            <a:endParaRPr lang="en-US" sz="20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4693" y="4267200"/>
            <a:ext cx="10561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{{OPTION_D}}</a:t>
            </a:r>
            <a:endParaRPr lang="en-US" sz="20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4693" y="3867090"/>
            <a:ext cx="11379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Poppins ExtraBold" pitchFamily="2" charset="0"/>
                <a:cs typeface="Poppins ExtraBold" pitchFamily="2" charset="0"/>
              </a:rPr>
              <a:t> {{OPTION_C}}</a:t>
            </a:r>
            <a:endParaRPr lang="en-US" sz="2000" dirty="0">
              <a:solidFill>
                <a:schemeClr val="bg1"/>
              </a:solidFill>
              <a:latin typeface="Poppins ExtraBold" pitchFamily="2" charset="0"/>
              <a:cs typeface="Poppins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9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</TotalTime>
  <Words>29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 11</dc:creator>
  <cp:lastModifiedBy>Win 11</cp:lastModifiedBy>
  <cp:revision>24</cp:revision>
  <dcterms:created xsi:type="dcterms:W3CDTF">2026-08-24T13:43:33Z</dcterms:created>
  <dcterms:modified xsi:type="dcterms:W3CDTF">2026-09-05T07:05:06Z</dcterms:modified>
</cp:coreProperties>
</file>