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4" saveSubsetFonts="1">
  <p:sldMasterIdLst>
    <p:sldMasterId id="2147483648" r:id="rId1"/>
  </p:sldMasterIdLst>
  <p:sldIdLst>
    <p:sldId id="256" r:id="rId2"/>
  </p:sldIdLst>
  <p:sldSz cx="12161838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0B19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7500" autoAdjust="0"/>
    <p:restoredTop sz="86449" autoAdjust="0"/>
  </p:normalViewPr>
  <p:slideViewPr>
    <p:cSldViewPr>
      <p:cViewPr>
        <p:scale>
          <a:sx n="100" d="100"/>
          <a:sy n="100" d="100"/>
        </p:scale>
        <p:origin x="-96" y="-78"/>
      </p:cViewPr>
      <p:guideLst>
        <p:guide orient="horz" pos="2160"/>
        <p:guide pos="383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2138" y="2130426"/>
            <a:ext cx="1033756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4276" y="3886200"/>
            <a:ext cx="851328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227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670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702" y="4406901"/>
            <a:ext cx="1033756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702" y="2906713"/>
            <a:ext cx="1033756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890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8678" y="1600201"/>
            <a:ext cx="7176751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88126" y="1600201"/>
            <a:ext cx="717886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944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92" y="274638"/>
            <a:ext cx="10945654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092" y="1535113"/>
            <a:ext cx="537359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8092" y="2174875"/>
            <a:ext cx="537359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8046" y="1535113"/>
            <a:ext cx="537570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8046" y="2174875"/>
            <a:ext cx="537570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751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247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9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93" y="273050"/>
            <a:ext cx="4001161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4941" y="273051"/>
            <a:ext cx="679880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8093" y="1435101"/>
            <a:ext cx="4001161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063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3805" y="4800600"/>
            <a:ext cx="7297103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3805" y="612775"/>
            <a:ext cx="7297103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3805" y="5367338"/>
            <a:ext cx="7297103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950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591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28995" y="274639"/>
            <a:ext cx="3637994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8678" y="274639"/>
            <a:ext cx="1071762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33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092" y="274638"/>
            <a:ext cx="1094565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092" y="1600201"/>
            <a:ext cx="1094565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092" y="6356351"/>
            <a:ext cx="28377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57D709-5E8E-4635-B33B-834365695A30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55295" y="6356351"/>
            <a:ext cx="38512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15984" y="6356351"/>
            <a:ext cx="28377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04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-45561" y="0"/>
            <a:ext cx="12298680" cy="6857999"/>
          </a:xfrm>
          <a:prstGeom prst="roundRect">
            <a:avLst>
              <a:gd name="adj" fmla="val 0"/>
            </a:avLst>
          </a:prstGeom>
          <a:solidFill>
            <a:srgbClr val="0B192C"/>
          </a:solidFill>
          <a:ln>
            <a:solidFill>
              <a:srgbClr val="0B19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ame Side Corner Rectangle 3"/>
          <p:cNvSpPr/>
          <p:nvPr/>
        </p:nvSpPr>
        <p:spPr>
          <a:xfrm>
            <a:off x="-45561" y="1"/>
            <a:ext cx="12298680" cy="502922"/>
          </a:xfrm>
          <a:prstGeom prst="round2SameRect">
            <a:avLst>
              <a:gd name="adj1" fmla="val 0"/>
              <a:gd name="adj2" fmla="val 0"/>
            </a:avLst>
          </a:prstGeom>
          <a:gradFill flip="none" rotWithShape="1">
            <a:gsLst>
              <a:gs pos="65000">
                <a:srgbClr val="D23605"/>
              </a:gs>
              <a:gs pos="0">
                <a:srgbClr val="C00000"/>
              </a:gs>
              <a:gs pos="100000">
                <a:schemeClr val="accent6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 Same Side Corner Rectangle 6"/>
          <p:cNvSpPr/>
          <p:nvPr/>
        </p:nvSpPr>
        <p:spPr>
          <a:xfrm>
            <a:off x="-45561" y="6804899"/>
            <a:ext cx="12298680" cy="99300"/>
          </a:xfrm>
          <a:prstGeom prst="round2SameRect">
            <a:avLst>
              <a:gd name="adj1" fmla="val 0"/>
              <a:gd name="adj2" fmla="val 0"/>
            </a:avLst>
          </a:prstGeom>
          <a:gradFill flip="none" rotWithShape="1">
            <a:gsLst>
              <a:gs pos="65000">
                <a:srgbClr val="D23605"/>
              </a:gs>
              <a:gs pos="0">
                <a:srgbClr val="C00000"/>
              </a:gs>
              <a:gs pos="100000">
                <a:schemeClr val="accent6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92846" y="36117"/>
            <a:ext cx="3435959" cy="430689"/>
          </a:xfrm>
          <a:prstGeom prst="rect">
            <a:avLst/>
          </a:prstGeom>
        </p:spPr>
        <p:txBody>
          <a:bodyPr wrap="square" lIns="121725" tIns="60862" rIns="121725" bIns="60862">
            <a:spAutoFit/>
          </a:bodyPr>
          <a:lstStyle/>
          <a:p>
            <a:r>
              <a:rPr lang="hi-IN" sz="2000" dirty="0">
                <a:solidFill>
                  <a:srgbClr val="FFFFFF"/>
                </a:solidFill>
                <a:latin typeface="Poppins ExtraBold" pitchFamily="2" charset="0"/>
                <a:cs typeface="Poppins ExtraBold" pitchFamily="2" charset="0"/>
              </a:rPr>
              <a:t>राजेश कम्पटीशन सेंटर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63776" y="36117"/>
            <a:ext cx="2362199" cy="430689"/>
          </a:xfrm>
          <a:prstGeom prst="rect">
            <a:avLst/>
          </a:prstGeom>
        </p:spPr>
        <p:txBody>
          <a:bodyPr wrap="square" lIns="121725" tIns="60862" rIns="121725" bIns="60862">
            <a:spAutoFit/>
          </a:bodyPr>
          <a:lstStyle/>
          <a:p>
            <a:r>
              <a:rPr lang="en-US" sz="2000" dirty="0" smtClean="0">
                <a:solidFill>
                  <a:srgbClr val="FFFF00"/>
                </a:solidFill>
                <a:latin typeface="Poppins ExtraBold" pitchFamily="2" charset="0"/>
                <a:cs typeface="Poppins ExtraBold" pitchFamily="2" charset="0"/>
              </a:rPr>
              <a:t> </a:t>
            </a:r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Mob. 9229191311</a:t>
            </a:r>
            <a:endParaRPr lang="hi-IN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337719" y="36117"/>
            <a:ext cx="5486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FFFF00"/>
                </a:solidFill>
                <a:latin typeface="Poppins ExtraBold" pitchFamily="2" charset="0"/>
                <a:cs typeface="Poppins ExtraBold" pitchFamily="2" charset="0"/>
              </a:rPr>
              <a:t>{{TOPIC}}</a:t>
            </a:r>
            <a:endParaRPr lang="en-US" sz="2000" dirty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4693" y="802214"/>
            <a:ext cx="1111246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 smtClean="0">
                <a:solidFill>
                  <a:srgbClr val="FFFF00"/>
                </a:solidFill>
                <a:latin typeface="Poppins ExtraBold" pitchFamily="2" charset="0"/>
                <a:cs typeface="Poppins ExtraBold" pitchFamily="2" charset="0"/>
              </a:rPr>
              <a:t>{{QUESTION}}</a:t>
            </a:r>
          </a:p>
          <a:p>
            <a:endParaRPr lang="en-US" sz="22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 smtClean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 smtClean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 smtClean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  <a:p>
            <a:endParaRPr lang="en-US" sz="2200" dirty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4693" y="3066989"/>
            <a:ext cx="117773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</a:t>
            </a:r>
            <a:r>
              <a:rPr lang="en-US" sz="2000" dirty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OPTION_A</a:t>
            </a:r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}}</a:t>
            </a:r>
            <a:endParaRPr lang="en-US" sz="20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4693" y="3467099"/>
            <a:ext cx="11283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{{OPTION_B}}</a:t>
            </a:r>
            <a:endParaRPr lang="en-US" sz="20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4693" y="4267200"/>
            <a:ext cx="105614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{{OPTION_D}}</a:t>
            </a:r>
            <a:endParaRPr lang="en-US" sz="20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64693" y="3867090"/>
            <a:ext cx="113798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{{OPTION_C}}</a:t>
            </a:r>
            <a:endParaRPr lang="en-US" sz="20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0909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</TotalTime>
  <Words>29</Words>
  <Application>Microsoft Office PowerPoint</Application>
  <PresentationFormat>Custom</PresentationFormat>
  <Paragraphs>14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 11</dc:creator>
  <cp:lastModifiedBy>Win 11</cp:lastModifiedBy>
  <cp:revision>23</cp:revision>
  <dcterms:created xsi:type="dcterms:W3CDTF">2026-08-24T13:43:33Z</dcterms:created>
  <dcterms:modified xsi:type="dcterms:W3CDTF">2026-09-03T17:28:47Z</dcterms:modified>
</cp:coreProperties>
</file>