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4" saveSubsetFonts="1">
  <p:sldMasterIdLst>
    <p:sldMasterId id="2147483648" r:id="rId1"/>
  </p:sldMasterIdLst>
  <p:sldIdLst>
    <p:sldId id="256" r:id="rId2"/>
  </p:sldIdLst>
  <p:sldSz cx="12161838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  <a:srgbClr val="0B19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7500" autoAdjust="0"/>
    <p:restoredTop sz="86449" autoAdjust="0"/>
  </p:normalViewPr>
  <p:slideViewPr>
    <p:cSldViewPr>
      <p:cViewPr>
        <p:scale>
          <a:sx n="66" d="100"/>
          <a:sy n="66" d="100"/>
        </p:scale>
        <p:origin x="-1482" y="-162"/>
      </p:cViewPr>
      <p:guideLst>
        <p:guide orient="horz" pos="2160"/>
        <p:guide pos="383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2138" y="2130426"/>
            <a:ext cx="1033756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4276" y="3886200"/>
            <a:ext cx="8513287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7D709-5E8E-4635-B33B-834365695A30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6E827-DFDE-44A0-93AF-2C33BAC1EF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2270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7D709-5E8E-4635-B33B-834365695A30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6E827-DFDE-44A0-93AF-2C33BAC1EF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6707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0702" y="4406901"/>
            <a:ext cx="1033756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0702" y="2906713"/>
            <a:ext cx="1033756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7D709-5E8E-4635-B33B-834365695A30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6E827-DFDE-44A0-93AF-2C33BAC1EF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8904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08678" y="1600201"/>
            <a:ext cx="7176751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88126" y="1600201"/>
            <a:ext cx="717886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7D709-5E8E-4635-B33B-834365695A30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6E827-DFDE-44A0-93AF-2C33BAC1EF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9442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8092" y="274638"/>
            <a:ext cx="10945654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8092" y="1535113"/>
            <a:ext cx="537359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8092" y="2174875"/>
            <a:ext cx="537359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8046" y="1535113"/>
            <a:ext cx="537570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8046" y="2174875"/>
            <a:ext cx="537570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7D709-5E8E-4635-B33B-834365695A30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6E827-DFDE-44A0-93AF-2C33BAC1EF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7512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7D709-5E8E-4635-B33B-834365695A30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6E827-DFDE-44A0-93AF-2C33BAC1EF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32474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7D709-5E8E-4635-B33B-834365695A30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6E827-DFDE-44A0-93AF-2C33BAC1EF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9193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8093" y="273050"/>
            <a:ext cx="4001161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54941" y="273051"/>
            <a:ext cx="6798805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8093" y="1435101"/>
            <a:ext cx="4001161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7D709-5E8E-4635-B33B-834365695A30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6E827-DFDE-44A0-93AF-2C33BAC1EF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0631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3805" y="4800600"/>
            <a:ext cx="7297103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3805" y="612775"/>
            <a:ext cx="7297103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3805" y="5367338"/>
            <a:ext cx="7297103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7D709-5E8E-4635-B33B-834365695A30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6E827-DFDE-44A0-93AF-2C33BAC1EF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49504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7D709-5E8E-4635-B33B-834365695A30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6E827-DFDE-44A0-93AF-2C33BAC1EF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5915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728995" y="274639"/>
            <a:ext cx="3637994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8678" y="274639"/>
            <a:ext cx="1071762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7D709-5E8E-4635-B33B-834365695A30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6E827-DFDE-44A0-93AF-2C33BAC1EF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338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8092" y="274638"/>
            <a:ext cx="10945654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8092" y="1600201"/>
            <a:ext cx="1094565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8092" y="6356351"/>
            <a:ext cx="28377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57D709-5E8E-4635-B33B-834365695A30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55295" y="6356351"/>
            <a:ext cx="385124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15984" y="6356351"/>
            <a:ext cx="28377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96E827-DFDE-44A0-93AF-2C33BAC1EF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0451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/>
          <p:cNvSpPr/>
          <p:nvPr/>
        </p:nvSpPr>
        <p:spPr>
          <a:xfrm>
            <a:off x="-45561" y="0"/>
            <a:ext cx="12298680" cy="6857999"/>
          </a:xfrm>
          <a:prstGeom prst="roundRect">
            <a:avLst>
              <a:gd name="adj" fmla="val 0"/>
            </a:avLst>
          </a:prstGeom>
          <a:solidFill>
            <a:srgbClr val="0B192C"/>
          </a:solidFill>
          <a:ln>
            <a:solidFill>
              <a:srgbClr val="0B19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ound Same Side Corner Rectangle 3"/>
          <p:cNvSpPr/>
          <p:nvPr/>
        </p:nvSpPr>
        <p:spPr>
          <a:xfrm>
            <a:off x="-45561" y="1"/>
            <a:ext cx="12298680" cy="502922"/>
          </a:xfrm>
          <a:prstGeom prst="round2SameRect">
            <a:avLst>
              <a:gd name="adj1" fmla="val 0"/>
              <a:gd name="adj2" fmla="val 0"/>
            </a:avLst>
          </a:prstGeom>
          <a:gradFill flip="none" rotWithShape="1">
            <a:gsLst>
              <a:gs pos="65000">
                <a:srgbClr val="D23605"/>
              </a:gs>
              <a:gs pos="0">
                <a:srgbClr val="C00000"/>
              </a:gs>
              <a:gs pos="100000">
                <a:schemeClr val="accent6">
                  <a:lumMod val="75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 Same Side Corner Rectangle 6"/>
          <p:cNvSpPr/>
          <p:nvPr/>
        </p:nvSpPr>
        <p:spPr>
          <a:xfrm>
            <a:off x="-45561" y="6804899"/>
            <a:ext cx="12298680" cy="99300"/>
          </a:xfrm>
          <a:prstGeom prst="round2SameRect">
            <a:avLst>
              <a:gd name="adj1" fmla="val 0"/>
              <a:gd name="adj2" fmla="val 0"/>
            </a:avLst>
          </a:prstGeom>
          <a:gradFill flip="none" rotWithShape="1">
            <a:gsLst>
              <a:gs pos="65000">
                <a:srgbClr val="D23605"/>
              </a:gs>
              <a:gs pos="0">
                <a:srgbClr val="C00000"/>
              </a:gs>
              <a:gs pos="100000">
                <a:schemeClr val="accent6">
                  <a:lumMod val="75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92846" y="36117"/>
            <a:ext cx="3435959" cy="430689"/>
          </a:xfrm>
          <a:prstGeom prst="rect">
            <a:avLst/>
          </a:prstGeom>
        </p:spPr>
        <p:txBody>
          <a:bodyPr wrap="square" lIns="121725" tIns="60862" rIns="121725" bIns="60862">
            <a:spAutoFit/>
          </a:bodyPr>
          <a:lstStyle/>
          <a:p>
            <a:r>
              <a:rPr lang="hi-IN" sz="2000" dirty="0">
                <a:solidFill>
                  <a:srgbClr val="FFFFFF"/>
                </a:solidFill>
                <a:latin typeface="Poppins ExtraBold" pitchFamily="2" charset="0"/>
                <a:cs typeface="Poppins ExtraBold" pitchFamily="2" charset="0"/>
              </a:rPr>
              <a:t>राजेश कम्पटीशन सेंटर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763776" y="36117"/>
            <a:ext cx="2362199" cy="430689"/>
          </a:xfrm>
          <a:prstGeom prst="rect">
            <a:avLst/>
          </a:prstGeom>
        </p:spPr>
        <p:txBody>
          <a:bodyPr wrap="square" lIns="121725" tIns="60862" rIns="121725" bIns="60862">
            <a:spAutoFit/>
          </a:bodyPr>
          <a:lstStyle/>
          <a:p>
            <a:r>
              <a:rPr lang="en-US" sz="2000" dirty="0" smtClean="0">
                <a:solidFill>
                  <a:srgbClr val="FFFF00"/>
                </a:solidFill>
                <a:latin typeface="Poppins ExtraBold" pitchFamily="2" charset="0"/>
                <a:cs typeface="Poppins ExtraBold" pitchFamily="2" charset="0"/>
              </a:rPr>
              <a:t> </a:t>
            </a:r>
            <a:r>
              <a:rPr lang="en-US" sz="2000" dirty="0" smtClean="0">
                <a:solidFill>
                  <a:schemeClr val="bg1"/>
                </a:solidFill>
                <a:latin typeface="Poppins ExtraBold" pitchFamily="2" charset="0"/>
                <a:cs typeface="Poppins ExtraBold" pitchFamily="2" charset="0"/>
              </a:rPr>
              <a:t>Mob. 9229191311</a:t>
            </a:r>
            <a:endParaRPr lang="hi-IN" dirty="0">
              <a:solidFill>
                <a:schemeClr val="bg1"/>
              </a:solidFill>
              <a:latin typeface="Poppins ExtraBold" pitchFamily="2" charset="0"/>
              <a:cs typeface="Poppins ExtraBold" pitchFamily="2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3337719" y="36117"/>
            <a:ext cx="5486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smtClean="0">
                <a:solidFill>
                  <a:srgbClr val="FFFF00"/>
                </a:solidFill>
                <a:latin typeface="Poppins ExtraBold" pitchFamily="2" charset="0"/>
                <a:cs typeface="Poppins ExtraBold" pitchFamily="2" charset="0"/>
              </a:rPr>
              <a:t>{{TOPIC}}</a:t>
            </a:r>
            <a:endParaRPr lang="en-US" sz="2000" dirty="0">
              <a:solidFill>
                <a:srgbClr val="FFFF00"/>
              </a:solidFill>
              <a:latin typeface="Poppins ExtraBold" pitchFamily="2" charset="0"/>
              <a:cs typeface="Poppins ExtraBold" pitchFamily="2" charset="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3433784"/>
              </p:ext>
            </p:extLst>
          </p:nvPr>
        </p:nvGraphicFramePr>
        <p:xfrm>
          <a:off x="289719" y="762000"/>
          <a:ext cx="11506200" cy="258940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06200"/>
              </a:tblGrid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300" dirty="0" smtClean="0">
                          <a:solidFill>
                            <a:srgbClr val="FFFF00"/>
                          </a:solidFill>
                          <a:latin typeface="Poppins ExtraBold" pitchFamily="2" charset="0"/>
                          <a:cs typeface="Poppins ExtraBold" pitchFamily="2" charset="0"/>
                        </a:rPr>
                        <a:t>{{QUESTION}}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chemeClr val="bg1"/>
                          </a:solidFill>
                          <a:latin typeface="Poppins ExtraBold" pitchFamily="2" charset="0"/>
                          <a:cs typeface="Poppins ExtraBold" pitchFamily="2" charset="0"/>
                        </a:rPr>
                        <a:t> {{OPTION_A}}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chemeClr val="bg1"/>
                          </a:solidFill>
                          <a:latin typeface="Poppins ExtraBold" pitchFamily="2" charset="0"/>
                          <a:cs typeface="Poppins ExtraBold" pitchFamily="2" charset="0"/>
                        </a:rPr>
                        <a:t> {{OPTION_B}}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chemeClr val="bg1"/>
                          </a:solidFill>
                          <a:latin typeface="Poppins ExtraBold" pitchFamily="2" charset="0"/>
                          <a:cs typeface="Poppins ExtraBold" pitchFamily="2" charset="0"/>
                        </a:rPr>
                        <a:t> {{OPTION_C}}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chemeClr val="bg1"/>
                          </a:solidFill>
                          <a:latin typeface="Poppins ExtraBold" pitchFamily="2" charset="0"/>
                          <a:cs typeface="Poppins ExtraBold" pitchFamily="2" charset="0"/>
                        </a:rPr>
                        <a:t> {{OPTION_D}}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0909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846</TotalTime>
  <Words>29</Words>
  <Application>Microsoft Office PowerPoint</Application>
  <PresentationFormat>Custom</PresentationFormat>
  <Paragraphs>8</Paragraphs>
  <Slides>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PowerPoint Presentation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Win 11</dc:creator>
  <cp:lastModifiedBy>Win 11</cp:lastModifiedBy>
  <cp:revision>31</cp:revision>
  <dcterms:created xsi:type="dcterms:W3CDTF">2026-08-24T13:43:33Z</dcterms:created>
  <dcterms:modified xsi:type="dcterms:W3CDTF">2026-09-04T03:21:28Z</dcterms:modified>
</cp:coreProperties>
</file>